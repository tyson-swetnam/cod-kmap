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0A984-97D8-5748-AB41-DD6113D88EFB}" type="datetimeFigureOut">
              <a:rPr lang="en-US" smtClean="0"/>
              <a:t>3/14/22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A78A0F-2F32-CB45-938D-4D6985C1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9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A78A0F-2F32-CB45-938D-4D6985C11D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1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6FAF3-9EE1-324B-9D4F-AC8A755A3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73BB7-E65A-EB4D-96A2-CAAC1E9F9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AC2BD-4BDF-E147-93E8-4E617A99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F60EA-9585-714C-B8E9-6635E9195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E18B7-A5A1-F345-BD5E-61D5DB17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021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E8837-327D-DC48-BA43-C714B8971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6B8EB-73C7-C647-A4D0-66D6B81A1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A4F31-638F-C641-8FE2-4E8B2DA0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F2D0D-6F33-3D44-87D0-5196D053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7B683-18E3-2044-9F4A-4B13F8D7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92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A9BE-94A8-2547-AE02-A53EF1D96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85A89-B7A7-7644-B019-D51CFE05B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B0D78-A701-5347-9581-40AB1F257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33684-5F6B-4642-83CC-AC1FE6E6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2014D-3093-A445-8759-8C434545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99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35DA-CD6B-6245-B7DE-27EAD8918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06A29-C0DF-FB45-82C5-63626BDDB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F7DBD-5FF5-DC41-90BD-4670196D9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86E29-E709-7941-BD0C-D094CE44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FCB45-6504-3346-8F25-1109C9DD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A114C-198A-6D40-BD0F-3F34C9BF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0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017C4-27E1-A041-A552-FD10412E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AC9BC-26C0-4B40-A223-918955198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D0CCE-D328-C148-B74E-EE6DED10C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C03D4-086B-9A46-8A2D-DBFD8E80A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5E7C2-6420-EA44-8589-CAA4A5205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E43863-0E18-D24F-B005-1EFDDE1F0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8F83F0-9277-AE48-BCD6-69CA0F2A6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7A0105-55E9-6745-9C77-877E2863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43DEE-A9B1-7C47-9549-F1C55E41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5874D-353A-5940-A1F0-69F1B899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86A8C7-5EB2-C24C-A153-BC06E767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DB589-7338-D44D-98BB-4869604A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02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867B8-35B4-C44A-93A1-BF0CF2CFD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AD873E-1AE0-AD49-96F5-F801F311E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01BFF-02A8-AB46-AEB4-5C101F43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02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8EEDA-9588-A144-A92E-BAB20445B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E411-AFB0-CA47-99D5-DC3B5C465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F2C8-714C-7542-AA22-70FDEA210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6A7B9-98D5-AB42-A560-F108DDF0D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F6F49-D8B7-BB46-8D11-B1C0CE002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7DAC7-2C30-1643-80E0-0A521AE1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6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8932-EF25-5B4B-AD4A-203A097B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4AB18-A329-724F-A186-E72757C89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D580D-F49C-CE40-8E1B-E9805BD87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32B30-42F6-EF45-825A-6132B6680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6517D-9F96-BD44-8E87-8CFC1A9C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55C99-445A-5248-A126-DC14196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7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3CE43-1203-DA4D-90B8-7A43FC4FA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FEA09-FC23-C847-A5FE-6C38A2B72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82CAD-2274-6249-983F-E0715B7D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84393-E9F3-074C-B640-C7CA66AA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6D0CE-67BE-3246-9BD1-8585F971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04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2FAC8-9E46-164E-8817-0F3E04941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F287D-E18B-744F-B400-AE61A7902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80902-C6CD-5C4E-B9D8-445D76C30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71879-A21C-4C44-A9A8-70263060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8D447-97FE-D44F-8EE7-8347D4C9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0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BBCC-36FE-DE49-91D1-21A7D182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0DC45-3317-B343-8E12-E3FEB3F20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C5604-D49F-3F4C-8478-B16BAA0C2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F0425-A15C-C041-9F79-9B9241527987}" type="datetimeFigureOut">
              <a:rPr lang="en-US" smtClean="0"/>
              <a:t>3/14/22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3360E-F62C-2847-A371-2783759C9E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B9D22-811F-D547-B048-0F10065C7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583C6-EA9A-7948-9B06-BB7A31B09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4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picture containing plant, linedrawing&#10;&#10;Description automatically generated">
            <a:extLst>
              <a:ext uri="{FF2B5EF4-FFF2-40B4-BE49-F238E27FC236}">
                <a16:creationId xmlns:a16="http://schemas.microsoft.com/office/drawing/2014/main" id="{3F0F2183-F7B4-9A44-90F7-C1ACFA006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325" y="4709392"/>
            <a:ext cx="558291" cy="59414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569CD2F-5527-5641-8D8E-75C23B9705DD}"/>
              </a:ext>
            </a:extLst>
          </p:cNvPr>
          <p:cNvSpPr/>
          <p:nvPr/>
        </p:nvSpPr>
        <p:spPr>
          <a:xfrm>
            <a:off x="5902597" y="5242089"/>
            <a:ext cx="382877" cy="614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A picture containing plant, tree&#10;&#10;Description automatically generated">
            <a:extLst>
              <a:ext uri="{FF2B5EF4-FFF2-40B4-BE49-F238E27FC236}">
                <a16:creationId xmlns:a16="http://schemas.microsoft.com/office/drawing/2014/main" id="{9F47E8FC-2626-F749-8F40-B250D49E4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7020" y="4901431"/>
            <a:ext cx="204396" cy="3406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E456FD-8BE3-334E-9399-8CA9483D7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778" y="3287466"/>
            <a:ext cx="869926" cy="577834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B5065F5D-CF1C-BB44-AD21-D51575E30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5514" y="4243652"/>
            <a:ext cx="403526" cy="403526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C259EEEB-C005-594C-8CC6-CC130D6A9C65}"/>
              </a:ext>
            </a:extLst>
          </p:cNvPr>
          <p:cNvSpPr/>
          <p:nvPr/>
        </p:nvSpPr>
        <p:spPr>
          <a:xfrm rot="238448">
            <a:off x="2346830" y="5159045"/>
            <a:ext cx="1707423" cy="515487"/>
          </a:xfrm>
          <a:custGeom>
            <a:avLst/>
            <a:gdLst>
              <a:gd name="connsiteX0" fmla="*/ 0 w 2817341"/>
              <a:gd name="connsiteY0" fmla="*/ 580767 h 580767"/>
              <a:gd name="connsiteX1" fmla="*/ 1223319 w 2817341"/>
              <a:gd name="connsiteY1" fmla="*/ 481913 h 580767"/>
              <a:gd name="connsiteX2" fmla="*/ 1692876 w 2817341"/>
              <a:gd name="connsiteY2" fmla="*/ 148281 h 580767"/>
              <a:gd name="connsiteX3" fmla="*/ 2817341 w 2817341"/>
              <a:gd name="connsiteY3" fmla="*/ 0 h 580767"/>
              <a:gd name="connsiteX4" fmla="*/ 2817341 w 2817341"/>
              <a:gd name="connsiteY4" fmla="*/ 0 h 580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7341" h="580767">
                <a:moveTo>
                  <a:pt x="0" y="580767"/>
                </a:moveTo>
                <a:cubicBezTo>
                  <a:pt x="470586" y="567380"/>
                  <a:pt x="941173" y="553994"/>
                  <a:pt x="1223319" y="481913"/>
                </a:cubicBezTo>
                <a:cubicBezTo>
                  <a:pt x="1505465" y="409832"/>
                  <a:pt x="1427206" y="228600"/>
                  <a:pt x="1692876" y="148281"/>
                </a:cubicBezTo>
                <a:cubicBezTo>
                  <a:pt x="1958546" y="67962"/>
                  <a:pt x="2817341" y="0"/>
                  <a:pt x="2817341" y="0"/>
                </a:cubicBezTo>
                <a:lnTo>
                  <a:pt x="2817341" y="0"/>
                </a:lnTo>
              </a:path>
            </a:pathLst>
          </a:custGeom>
          <a:noFill/>
          <a:ln w="254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D226364-0AC0-8C48-9BD0-D7E9B168D737}"/>
              </a:ext>
            </a:extLst>
          </p:cNvPr>
          <p:cNvCxnSpPr>
            <a:cxnSpLocks/>
          </p:cNvCxnSpPr>
          <p:nvPr/>
        </p:nvCxnSpPr>
        <p:spPr>
          <a:xfrm>
            <a:off x="526467" y="5223659"/>
            <a:ext cx="3227294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>
            <a:extLst>
              <a:ext uri="{FF2B5EF4-FFF2-40B4-BE49-F238E27FC236}">
                <a16:creationId xmlns:a16="http://schemas.microsoft.com/office/drawing/2014/main" id="{12C34158-84F7-B849-B6A3-EB275C18C340}"/>
              </a:ext>
            </a:extLst>
          </p:cNvPr>
          <p:cNvSpPr/>
          <p:nvPr/>
        </p:nvSpPr>
        <p:spPr>
          <a:xfrm rot="447019">
            <a:off x="658197" y="5502232"/>
            <a:ext cx="1707423" cy="515487"/>
          </a:xfrm>
          <a:custGeom>
            <a:avLst/>
            <a:gdLst>
              <a:gd name="connsiteX0" fmla="*/ 0 w 2817341"/>
              <a:gd name="connsiteY0" fmla="*/ 580767 h 580767"/>
              <a:gd name="connsiteX1" fmla="*/ 1223319 w 2817341"/>
              <a:gd name="connsiteY1" fmla="*/ 481913 h 580767"/>
              <a:gd name="connsiteX2" fmla="*/ 1692876 w 2817341"/>
              <a:gd name="connsiteY2" fmla="*/ 148281 h 580767"/>
              <a:gd name="connsiteX3" fmla="*/ 2817341 w 2817341"/>
              <a:gd name="connsiteY3" fmla="*/ 0 h 580767"/>
              <a:gd name="connsiteX4" fmla="*/ 2817341 w 2817341"/>
              <a:gd name="connsiteY4" fmla="*/ 0 h 580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7341" h="580767">
                <a:moveTo>
                  <a:pt x="0" y="580767"/>
                </a:moveTo>
                <a:cubicBezTo>
                  <a:pt x="470586" y="567380"/>
                  <a:pt x="941173" y="553994"/>
                  <a:pt x="1223319" y="481913"/>
                </a:cubicBezTo>
                <a:cubicBezTo>
                  <a:pt x="1505465" y="409832"/>
                  <a:pt x="1427206" y="228600"/>
                  <a:pt x="1692876" y="148281"/>
                </a:cubicBezTo>
                <a:cubicBezTo>
                  <a:pt x="1958546" y="67962"/>
                  <a:pt x="2817341" y="0"/>
                  <a:pt x="2817341" y="0"/>
                </a:cubicBezTo>
                <a:lnTo>
                  <a:pt x="2817341" y="0"/>
                </a:lnTo>
              </a:path>
            </a:pathLst>
          </a:custGeom>
          <a:noFill/>
          <a:ln w="254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and white drawing of trees&#10;&#10;Description automatically generated with medium confidence">
            <a:extLst>
              <a:ext uri="{FF2B5EF4-FFF2-40B4-BE49-F238E27FC236}">
                <a16:creationId xmlns:a16="http://schemas.microsoft.com/office/drawing/2014/main" id="{AE9BD98A-9857-0F4F-B946-A5CA25A5E2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4775" y="2987257"/>
            <a:ext cx="742097" cy="1325173"/>
          </a:xfrm>
          <a:prstGeom prst="rect">
            <a:avLst/>
          </a:prstGeom>
        </p:spPr>
      </p:pic>
      <p:pic>
        <p:nvPicPr>
          <p:cNvPr id="15" name="Picture 14" descr="A black and white drawing of trees&#10;&#10;Description automatically generated with medium confidence">
            <a:extLst>
              <a:ext uri="{FF2B5EF4-FFF2-40B4-BE49-F238E27FC236}">
                <a16:creationId xmlns:a16="http://schemas.microsoft.com/office/drawing/2014/main" id="{3E34ABDA-68E0-174F-9681-06CD04DA05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050" y="3576383"/>
            <a:ext cx="486658" cy="869032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2CBB2E8E-557A-A146-911D-8E0F4406EE5C}"/>
              </a:ext>
            </a:extLst>
          </p:cNvPr>
          <p:cNvSpPr/>
          <p:nvPr/>
        </p:nvSpPr>
        <p:spPr>
          <a:xfrm rot="21218406">
            <a:off x="3941158" y="4064045"/>
            <a:ext cx="4554071" cy="1254834"/>
          </a:xfrm>
          <a:custGeom>
            <a:avLst/>
            <a:gdLst>
              <a:gd name="connsiteX0" fmla="*/ 0 w 4554071"/>
              <a:gd name="connsiteY0" fmla="*/ 905436 h 1254834"/>
              <a:gd name="connsiteX1" fmla="*/ 295836 w 4554071"/>
              <a:gd name="connsiteY1" fmla="*/ 842683 h 1254834"/>
              <a:gd name="connsiteX2" fmla="*/ 770965 w 4554071"/>
              <a:gd name="connsiteY2" fmla="*/ 376518 h 1254834"/>
              <a:gd name="connsiteX3" fmla="*/ 1272989 w 4554071"/>
              <a:gd name="connsiteY3" fmla="*/ 1147483 h 1254834"/>
              <a:gd name="connsiteX4" fmla="*/ 2133600 w 4554071"/>
              <a:gd name="connsiteY4" fmla="*/ 1156447 h 1254834"/>
              <a:gd name="connsiteX5" fmla="*/ 2877671 w 4554071"/>
              <a:gd name="connsiteY5" fmla="*/ 286871 h 1254834"/>
              <a:gd name="connsiteX6" fmla="*/ 4554071 w 4554071"/>
              <a:gd name="connsiteY6" fmla="*/ 0 h 1254834"/>
              <a:gd name="connsiteX7" fmla="*/ 4554071 w 4554071"/>
              <a:gd name="connsiteY7" fmla="*/ 0 h 1254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54071" h="1254834">
                <a:moveTo>
                  <a:pt x="0" y="905436"/>
                </a:moveTo>
                <a:cubicBezTo>
                  <a:pt x="83671" y="918136"/>
                  <a:pt x="167342" y="930836"/>
                  <a:pt x="295836" y="842683"/>
                </a:cubicBezTo>
                <a:cubicBezTo>
                  <a:pt x="424330" y="754530"/>
                  <a:pt x="608106" y="325718"/>
                  <a:pt x="770965" y="376518"/>
                </a:cubicBezTo>
                <a:cubicBezTo>
                  <a:pt x="933824" y="427318"/>
                  <a:pt x="1045883" y="1017495"/>
                  <a:pt x="1272989" y="1147483"/>
                </a:cubicBezTo>
                <a:cubicBezTo>
                  <a:pt x="1500095" y="1277471"/>
                  <a:pt x="1866153" y="1299882"/>
                  <a:pt x="2133600" y="1156447"/>
                </a:cubicBezTo>
                <a:cubicBezTo>
                  <a:pt x="2401047" y="1013012"/>
                  <a:pt x="2474259" y="479612"/>
                  <a:pt x="2877671" y="286871"/>
                </a:cubicBezTo>
                <a:cubicBezTo>
                  <a:pt x="3281083" y="94130"/>
                  <a:pt x="4554071" y="0"/>
                  <a:pt x="4554071" y="0"/>
                </a:cubicBezTo>
                <a:lnTo>
                  <a:pt x="4554071" y="0"/>
                </a:lnTo>
              </a:path>
            </a:pathLst>
          </a:custGeom>
          <a:noFill/>
          <a:ln w="254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picture containing plant, tree&#10;&#10;Description automatically generated">
            <a:extLst>
              <a:ext uri="{FF2B5EF4-FFF2-40B4-BE49-F238E27FC236}">
                <a16:creationId xmlns:a16="http://schemas.microsoft.com/office/drawing/2014/main" id="{CFA32D9A-7FFC-8846-9D25-A1F8ADF6A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350" y="4901430"/>
            <a:ext cx="204396" cy="34065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71EBDA-0EA1-194F-9D85-7D77E9BBFF5C}"/>
              </a:ext>
            </a:extLst>
          </p:cNvPr>
          <p:cNvCxnSpPr>
            <a:cxnSpLocks/>
          </p:cNvCxnSpPr>
          <p:nvPr/>
        </p:nvCxnSpPr>
        <p:spPr>
          <a:xfrm>
            <a:off x="5179218" y="5232624"/>
            <a:ext cx="946060" cy="9466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5A7E63-388A-5441-8649-338B97445D67}"/>
              </a:ext>
            </a:extLst>
          </p:cNvPr>
          <p:cNvCxnSpPr>
            <a:cxnSpLocks/>
          </p:cNvCxnSpPr>
          <p:nvPr/>
        </p:nvCxnSpPr>
        <p:spPr>
          <a:xfrm>
            <a:off x="7842679" y="3797655"/>
            <a:ext cx="0" cy="133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9C8D92A-03C0-A840-95C0-6353D7AB42C4}"/>
              </a:ext>
            </a:extLst>
          </p:cNvPr>
          <p:cNvCxnSpPr>
            <a:cxnSpLocks/>
          </p:cNvCxnSpPr>
          <p:nvPr/>
        </p:nvCxnSpPr>
        <p:spPr>
          <a:xfrm>
            <a:off x="8112741" y="3797655"/>
            <a:ext cx="0" cy="66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8A76A02-9DC7-1540-9BDB-FE114AFEF681}"/>
              </a:ext>
            </a:extLst>
          </p:cNvPr>
          <p:cNvCxnSpPr>
            <a:cxnSpLocks/>
          </p:cNvCxnSpPr>
          <p:nvPr/>
        </p:nvCxnSpPr>
        <p:spPr>
          <a:xfrm>
            <a:off x="8337212" y="3797655"/>
            <a:ext cx="0" cy="253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533EFB-1E17-6846-B4BC-C1A774DFFBA5}"/>
              </a:ext>
            </a:extLst>
          </p:cNvPr>
          <p:cNvCxnSpPr>
            <a:cxnSpLocks/>
          </p:cNvCxnSpPr>
          <p:nvPr/>
        </p:nvCxnSpPr>
        <p:spPr>
          <a:xfrm>
            <a:off x="7839504" y="3797655"/>
            <a:ext cx="286397" cy="66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A47C858-00B3-7449-9F4A-8C75633DB0F8}"/>
              </a:ext>
            </a:extLst>
          </p:cNvPr>
          <p:cNvCxnSpPr>
            <a:cxnSpLocks/>
          </p:cNvCxnSpPr>
          <p:nvPr/>
        </p:nvCxnSpPr>
        <p:spPr>
          <a:xfrm flipV="1">
            <a:off x="7846084" y="3797655"/>
            <a:ext cx="267659" cy="66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6459A9B-ACEF-6942-8E8C-B18F5F90B81B}"/>
              </a:ext>
            </a:extLst>
          </p:cNvPr>
          <p:cNvSpPr/>
          <p:nvPr/>
        </p:nvSpPr>
        <p:spPr>
          <a:xfrm>
            <a:off x="1278082" y="2472970"/>
            <a:ext cx="1868581" cy="177320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External Marine Influences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Erosion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8130E07-A3B8-EC42-BBC7-D6423C169C06}"/>
              </a:ext>
            </a:extLst>
          </p:cNvPr>
          <p:cNvSpPr/>
          <p:nvPr/>
        </p:nvSpPr>
        <p:spPr>
          <a:xfrm>
            <a:off x="9033581" y="2388890"/>
            <a:ext cx="1868581" cy="19983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External Terrestrial Influences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Fresh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Storm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Sedimentation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Population Density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A9D96E-B415-2343-AB32-410B15DAFD39}"/>
              </a:ext>
            </a:extLst>
          </p:cNvPr>
          <p:cNvSpPr txBox="1"/>
          <p:nvPr/>
        </p:nvSpPr>
        <p:spPr>
          <a:xfrm>
            <a:off x="4118458" y="2495789"/>
            <a:ext cx="1540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Biological Coastal Processes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DB9403-5B4A-C842-A3DF-D09B974371E3}"/>
              </a:ext>
            </a:extLst>
          </p:cNvPr>
          <p:cNvSpPr txBox="1"/>
          <p:nvPr/>
        </p:nvSpPr>
        <p:spPr>
          <a:xfrm>
            <a:off x="6557085" y="2496593"/>
            <a:ext cx="161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Anthropogenic Coastal Processes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149F6D-2D08-6344-8AFE-2F8CD46A7CBA}"/>
              </a:ext>
            </a:extLst>
          </p:cNvPr>
          <p:cNvSpPr txBox="1"/>
          <p:nvPr/>
        </p:nvSpPr>
        <p:spPr>
          <a:xfrm>
            <a:off x="1786046" y="5896393"/>
            <a:ext cx="1191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near shore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C8E163-2522-E145-88B9-C648EBFADCC8}"/>
              </a:ext>
            </a:extLst>
          </p:cNvPr>
          <p:cNvSpPr txBox="1"/>
          <p:nvPr/>
        </p:nvSpPr>
        <p:spPr>
          <a:xfrm>
            <a:off x="522575" y="5898850"/>
            <a:ext cx="102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far shore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446F3FB-E7F0-6046-B611-181CA66F10DC}"/>
              </a:ext>
            </a:extLst>
          </p:cNvPr>
          <p:cNvSpPr txBox="1"/>
          <p:nvPr/>
        </p:nvSpPr>
        <p:spPr>
          <a:xfrm>
            <a:off x="2484287" y="6442078"/>
            <a:ext cx="2374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coastal geomorphology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1CBEF5-A821-044E-885F-E0EA9B4E71B2}"/>
              </a:ext>
            </a:extLst>
          </p:cNvPr>
          <p:cNvSpPr txBox="1"/>
          <p:nvPr/>
        </p:nvSpPr>
        <p:spPr>
          <a:xfrm>
            <a:off x="3298085" y="5896393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surf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18F7D17-2848-3D47-B388-15A84B28A066}"/>
              </a:ext>
            </a:extLst>
          </p:cNvPr>
          <p:cNvSpPr txBox="1"/>
          <p:nvPr/>
        </p:nvSpPr>
        <p:spPr>
          <a:xfrm>
            <a:off x="4070064" y="5896393"/>
            <a:ext cx="109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foreshore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200548-8BE6-E346-B24F-ABEDF9802446}"/>
              </a:ext>
            </a:extLst>
          </p:cNvPr>
          <p:cNvSpPr txBox="1"/>
          <p:nvPr/>
        </p:nvSpPr>
        <p:spPr>
          <a:xfrm>
            <a:off x="5405612" y="5896393"/>
            <a:ext cx="114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backshore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8E5655-5DB4-E045-93C5-66BDDCB42AAC}"/>
              </a:ext>
            </a:extLst>
          </p:cNvPr>
          <p:cNvSpPr txBox="1"/>
          <p:nvPr/>
        </p:nvSpPr>
        <p:spPr>
          <a:xfrm>
            <a:off x="522575" y="365439"/>
            <a:ext cx="27801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COASTAL CRITICAL ZONE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886D41-DAEB-564E-91BC-03BBB57CB54D}"/>
              </a:ext>
            </a:extLst>
          </p:cNvPr>
          <p:cNvSpPr txBox="1"/>
          <p:nvPr/>
        </p:nvSpPr>
        <p:spPr>
          <a:xfrm>
            <a:off x="10049160" y="6426025"/>
            <a:ext cx="19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re-envisioned from Nicholls et al. 2007</a:t>
            </a:r>
          </a:p>
          <a:p>
            <a:r>
              <a:rPr lang="en-US" sz="900" dirty="0"/>
              <a:t>** not to scale**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7735D2C-B6D2-8A41-96D3-28CA28B4E59D}"/>
              </a:ext>
            </a:extLst>
          </p:cNvPr>
          <p:cNvSpPr/>
          <p:nvPr/>
        </p:nvSpPr>
        <p:spPr>
          <a:xfrm>
            <a:off x="3624705" y="1846544"/>
            <a:ext cx="4937760" cy="3840480"/>
          </a:xfrm>
          <a:prstGeom prst="ellipse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14CF266-6DE3-6445-9172-F5B11DF167CE}"/>
              </a:ext>
            </a:extLst>
          </p:cNvPr>
          <p:cNvCxnSpPr>
            <a:cxnSpLocks/>
          </p:cNvCxnSpPr>
          <p:nvPr/>
        </p:nvCxnSpPr>
        <p:spPr>
          <a:xfrm>
            <a:off x="5854870" y="2758203"/>
            <a:ext cx="521345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0D2D882-E6BE-4A42-A931-9B9C5B7803EA}"/>
              </a:ext>
            </a:extLst>
          </p:cNvPr>
          <p:cNvCxnSpPr/>
          <p:nvPr/>
        </p:nvCxnSpPr>
        <p:spPr>
          <a:xfrm>
            <a:off x="6625490" y="5978309"/>
            <a:ext cx="0" cy="25436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9CB5410-5421-3842-937D-04CF2B83A363}"/>
              </a:ext>
            </a:extLst>
          </p:cNvPr>
          <p:cNvCxnSpPr/>
          <p:nvPr/>
        </p:nvCxnSpPr>
        <p:spPr>
          <a:xfrm>
            <a:off x="5311298" y="5975445"/>
            <a:ext cx="0" cy="25436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F360E63-8E6A-BD4E-A334-23DDB661D23D}"/>
              </a:ext>
            </a:extLst>
          </p:cNvPr>
          <p:cNvCxnSpPr/>
          <p:nvPr/>
        </p:nvCxnSpPr>
        <p:spPr>
          <a:xfrm>
            <a:off x="3973395" y="5979983"/>
            <a:ext cx="0" cy="25436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E1491A8-BAE7-2B49-A76A-A49AC17DD06E}"/>
              </a:ext>
            </a:extLst>
          </p:cNvPr>
          <p:cNvCxnSpPr/>
          <p:nvPr/>
        </p:nvCxnSpPr>
        <p:spPr>
          <a:xfrm>
            <a:off x="3110130" y="5975444"/>
            <a:ext cx="0" cy="25436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5AB2247-86DD-E74C-9105-414907B6F889}"/>
              </a:ext>
            </a:extLst>
          </p:cNvPr>
          <p:cNvCxnSpPr/>
          <p:nvPr/>
        </p:nvCxnSpPr>
        <p:spPr>
          <a:xfrm>
            <a:off x="1647090" y="5975444"/>
            <a:ext cx="0" cy="25436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722E661-C3DD-4A48-9761-6B6F390D49FB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4859040" y="6626744"/>
            <a:ext cx="3266861" cy="0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0BF23D9-6DD5-E747-A127-1C06D5277054}"/>
              </a:ext>
            </a:extLst>
          </p:cNvPr>
          <p:cNvCxnSpPr>
            <a:cxnSpLocks/>
          </p:cNvCxnSpPr>
          <p:nvPr/>
        </p:nvCxnSpPr>
        <p:spPr>
          <a:xfrm>
            <a:off x="441234" y="6619703"/>
            <a:ext cx="2043053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C078F23-F5B8-AF4B-B3CE-72B3EDEEBF38}"/>
              </a:ext>
            </a:extLst>
          </p:cNvPr>
          <p:cNvCxnSpPr>
            <a:cxnSpLocks/>
          </p:cNvCxnSpPr>
          <p:nvPr/>
        </p:nvCxnSpPr>
        <p:spPr>
          <a:xfrm>
            <a:off x="6445056" y="6081059"/>
            <a:ext cx="180434" cy="0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DE2D4E8-444E-3540-843D-7C33817089C8}"/>
              </a:ext>
            </a:extLst>
          </p:cNvPr>
          <p:cNvCxnSpPr>
            <a:cxnSpLocks/>
          </p:cNvCxnSpPr>
          <p:nvPr/>
        </p:nvCxnSpPr>
        <p:spPr>
          <a:xfrm>
            <a:off x="5134416" y="6085173"/>
            <a:ext cx="180434" cy="0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70B4BDB5-4BEA-C843-AA44-6F64CB1AB0DD}"/>
              </a:ext>
            </a:extLst>
          </p:cNvPr>
          <p:cNvCxnSpPr>
            <a:cxnSpLocks/>
          </p:cNvCxnSpPr>
          <p:nvPr/>
        </p:nvCxnSpPr>
        <p:spPr>
          <a:xfrm>
            <a:off x="3795453" y="6081059"/>
            <a:ext cx="180434" cy="0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BBBAF8C-1EB3-3541-8C88-B8BF377BFA7C}"/>
              </a:ext>
            </a:extLst>
          </p:cNvPr>
          <p:cNvCxnSpPr>
            <a:cxnSpLocks/>
          </p:cNvCxnSpPr>
          <p:nvPr/>
        </p:nvCxnSpPr>
        <p:spPr>
          <a:xfrm>
            <a:off x="2926791" y="6081059"/>
            <a:ext cx="180434" cy="0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AFC3E7A-BF37-9A4E-A34C-EF6AC9EA65F2}"/>
              </a:ext>
            </a:extLst>
          </p:cNvPr>
          <p:cNvCxnSpPr>
            <a:cxnSpLocks/>
          </p:cNvCxnSpPr>
          <p:nvPr/>
        </p:nvCxnSpPr>
        <p:spPr>
          <a:xfrm>
            <a:off x="1466656" y="6085173"/>
            <a:ext cx="180434" cy="0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256EF5F-1CB6-E540-8DF3-A4589A766BE9}"/>
              </a:ext>
            </a:extLst>
          </p:cNvPr>
          <p:cNvCxnSpPr>
            <a:cxnSpLocks/>
          </p:cNvCxnSpPr>
          <p:nvPr/>
        </p:nvCxnSpPr>
        <p:spPr>
          <a:xfrm>
            <a:off x="1647090" y="6085173"/>
            <a:ext cx="180434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BA3E71F-1BC3-A94D-9AC4-8D85BEC5D93F}"/>
              </a:ext>
            </a:extLst>
          </p:cNvPr>
          <p:cNvCxnSpPr>
            <a:cxnSpLocks/>
          </p:cNvCxnSpPr>
          <p:nvPr/>
        </p:nvCxnSpPr>
        <p:spPr>
          <a:xfrm>
            <a:off x="401825" y="6082991"/>
            <a:ext cx="180434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6A797A2-E404-494E-AD4A-13CCC4638ABE}"/>
              </a:ext>
            </a:extLst>
          </p:cNvPr>
          <p:cNvCxnSpPr>
            <a:cxnSpLocks/>
          </p:cNvCxnSpPr>
          <p:nvPr/>
        </p:nvCxnSpPr>
        <p:spPr>
          <a:xfrm>
            <a:off x="3117651" y="6081059"/>
            <a:ext cx="180434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0A8FFAE-1253-1D40-A9CA-7CBB4E281836}"/>
              </a:ext>
            </a:extLst>
          </p:cNvPr>
          <p:cNvCxnSpPr>
            <a:cxnSpLocks/>
          </p:cNvCxnSpPr>
          <p:nvPr/>
        </p:nvCxnSpPr>
        <p:spPr>
          <a:xfrm>
            <a:off x="3966528" y="6081059"/>
            <a:ext cx="180434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B6E0AE8-3099-3E4A-9849-CBCD58CD2028}"/>
              </a:ext>
            </a:extLst>
          </p:cNvPr>
          <p:cNvCxnSpPr>
            <a:cxnSpLocks/>
          </p:cNvCxnSpPr>
          <p:nvPr/>
        </p:nvCxnSpPr>
        <p:spPr>
          <a:xfrm>
            <a:off x="5311298" y="6085173"/>
            <a:ext cx="180434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ight Arrow 92">
            <a:extLst>
              <a:ext uri="{FF2B5EF4-FFF2-40B4-BE49-F238E27FC236}">
                <a16:creationId xmlns:a16="http://schemas.microsoft.com/office/drawing/2014/main" id="{F0ADB1E7-A8D4-1248-B56B-8E927376523C}"/>
              </a:ext>
            </a:extLst>
          </p:cNvPr>
          <p:cNvSpPr/>
          <p:nvPr/>
        </p:nvSpPr>
        <p:spPr>
          <a:xfrm>
            <a:off x="3159089" y="3325963"/>
            <a:ext cx="463580" cy="647760"/>
          </a:xfrm>
          <a:prstGeom prst="rightArrow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F90277B5-4DF7-6145-BA43-EA816695CBAD}"/>
              </a:ext>
            </a:extLst>
          </p:cNvPr>
          <p:cNvSpPr/>
          <p:nvPr/>
        </p:nvSpPr>
        <p:spPr>
          <a:xfrm rot="10800000">
            <a:off x="8562465" y="3325963"/>
            <a:ext cx="463580" cy="647760"/>
          </a:xfrm>
          <a:prstGeom prst="rightArrow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F1BD86C-EE15-2247-8BFC-14D8BF36C0F2}"/>
              </a:ext>
            </a:extLst>
          </p:cNvPr>
          <p:cNvSpPr/>
          <p:nvPr/>
        </p:nvSpPr>
        <p:spPr>
          <a:xfrm>
            <a:off x="5007995" y="87795"/>
            <a:ext cx="2275205" cy="128914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External Atmospheric Influences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Synoptic Weather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Micro-climate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Extreme Storms</a:t>
            </a:r>
          </a:p>
        </p:txBody>
      </p:sp>
      <p:sp>
        <p:nvSpPr>
          <p:cNvPr id="97" name="Right Arrow 96">
            <a:extLst>
              <a:ext uri="{FF2B5EF4-FFF2-40B4-BE49-F238E27FC236}">
                <a16:creationId xmlns:a16="http://schemas.microsoft.com/office/drawing/2014/main" id="{2E2A8803-5266-6B49-8EAB-F154C7096012}"/>
              </a:ext>
            </a:extLst>
          </p:cNvPr>
          <p:cNvSpPr/>
          <p:nvPr/>
        </p:nvSpPr>
        <p:spPr>
          <a:xfrm rot="5400000">
            <a:off x="5861795" y="1284847"/>
            <a:ext cx="463580" cy="647760"/>
          </a:xfrm>
          <a:prstGeom prst="rightArrow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DF36806-C697-A74E-99D5-97A43710927A}"/>
              </a:ext>
            </a:extLst>
          </p:cNvPr>
          <p:cNvSpPr txBox="1"/>
          <p:nvPr/>
        </p:nvSpPr>
        <p:spPr>
          <a:xfrm>
            <a:off x="4396329" y="6204630"/>
            <a:ext cx="3522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critical zone (transition) ecosystems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841069E-9224-D849-97B7-C30D01ED1E4F}"/>
              </a:ext>
            </a:extLst>
          </p:cNvPr>
          <p:cNvCxnSpPr/>
          <p:nvPr/>
        </p:nvCxnSpPr>
        <p:spPr>
          <a:xfrm>
            <a:off x="8186272" y="6267342"/>
            <a:ext cx="0" cy="25436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A4D2E30-CC5C-164B-A8B5-14B1BDDED6AC}"/>
              </a:ext>
            </a:extLst>
          </p:cNvPr>
          <p:cNvCxnSpPr/>
          <p:nvPr/>
        </p:nvCxnSpPr>
        <p:spPr>
          <a:xfrm>
            <a:off x="3950221" y="6264478"/>
            <a:ext cx="0" cy="25436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1499FAA8-3154-2B47-AC38-C5C410145079}"/>
              </a:ext>
            </a:extLst>
          </p:cNvPr>
          <p:cNvCxnSpPr>
            <a:cxnSpLocks/>
            <a:endCxn id="96" idx="1"/>
          </p:cNvCxnSpPr>
          <p:nvPr/>
        </p:nvCxnSpPr>
        <p:spPr>
          <a:xfrm>
            <a:off x="3941865" y="6389296"/>
            <a:ext cx="454464" cy="0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13C41E8-BEAE-104C-832F-C9C3B4AE5287}"/>
              </a:ext>
            </a:extLst>
          </p:cNvPr>
          <p:cNvCxnSpPr>
            <a:cxnSpLocks/>
          </p:cNvCxnSpPr>
          <p:nvPr/>
        </p:nvCxnSpPr>
        <p:spPr>
          <a:xfrm>
            <a:off x="7846084" y="6389296"/>
            <a:ext cx="340188" cy="0"/>
          </a:xfrm>
          <a:prstGeom prst="straightConnector1">
            <a:avLst/>
          </a:prstGeom>
          <a:ln w="19050">
            <a:solidFill>
              <a:schemeClr val="tx1"/>
            </a:solidFill>
            <a:headEnd w="med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863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4228</TotalTime>
  <Words>65</Words>
  <Application>Microsoft Macintosh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Hank Loescher (US)</dc:creator>
  <cp:lastModifiedBy>Hank Loescher (US)</cp:lastModifiedBy>
  <cp:revision>33</cp:revision>
  <cp:lastPrinted>2022-03-02T17:30:16Z</cp:lastPrinted>
  <dcterms:created xsi:type="dcterms:W3CDTF">2022-02-28T21:46:38Z</dcterms:created>
  <dcterms:modified xsi:type="dcterms:W3CDTF">2022-03-14T18:17:20Z</dcterms:modified>
</cp:coreProperties>
</file>